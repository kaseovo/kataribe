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16.png"/><Relationship Id="rId7" Type="http://schemas.openxmlformats.org/officeDocument/2006/relationships/image" Target="../media/image14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tpemeja/kataribe" TargetMode="External"/><Relationship Id="rId6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8.png"/><Relationship Id="rId6" Type="http://schemas.openxmlformats.org/officeDocument/2006/relationships/image" Target="../media/image11.png"/><Relationship Id="rId7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7452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 voice AI that talks with an elderly person for a few minutes a day, and turns their memories into a life story their family can read and hear.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74320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The Idea"/>
          <p:cNvSpPr txBox="1"/>
          <p:nvPr/>
        </p:nvSpPr>
        <p:spPr>
          <a:xfrm>
            <a:off x="356616" y="3456432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IDEA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kataribe is the traditional keeper of oral history. Ours listens, remembers what was said, and plans what to ask next, always in the person's own words.</a:t>
            </a:r>
          </a:p>
        </p:txBody>
      </p:sp>
      <p:sp>
        <p:nvSpPr>
          <p:cNvPr id="76" name="Who Benefits"/>
          <p:cNvSpPr txBox="1"/>
          <p:nvPr/>
        </p:nvSpPr>
        <p:spPr>
          <a:xfrm>
            <a:off x="356616" y="4169664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BENEFITS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senior: being listened to, memory work, a story that lasts. The family: stories they never asked about, and a reason to call.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Oya no Zasshi (親の雑誌, 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senior leads. The AI plans what to ask. The family can join.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(Cotomo, by Starley) keep seniors company, but no life story comes out.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of conversation a day in natural Japanese. Nothing to install, open or type.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stories, people and places on a life timeline. The gaps plan the next talk.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the senior shared, hear their voice, and send questions for next time.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 decides what is shared. Consent is kept in their own words, checked against the recording.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Faithful, not rewritten. Every quote is verified word for word and plays in the senior's own voice.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long pauses.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native audio. Waits through long pauses for thought: 5 s, not 0.8 s.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last time, then asks what it planned to ask.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AutoStorie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Stories, not transcripts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 with people, places and a life stage.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invents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quote not found word for word in the transcript is dropped.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thin life stages and people never described,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Consent per story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after a yes, in words found in the recording. Private by default.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amilyRestroo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page, real voice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life stage. Every quote plays as a clip of the original answer.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Forum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send questions and the AI says who is asking. Refused topics are never asked.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5–10 min in Japanese with Gemini Live. The senior leads, the AI follows.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stereo recording and both transcripts, per session.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Extract and verify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Stories, people, places. Quotes and consent checked verbatim.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placed on life stages: childhood, work, marriage…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Find gaps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Thin life stages, people never described, stories cut short.</a:t>
            </a:r>
          </a:p>
        </p:txBody>
      </p:sp>
      <p:sp>
        <p:nvSpPr>
          <p:cNvPr id="111" name="Step 6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84632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Step 6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 the next 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Story so far, three questions, and topics to avoid.</a:t>
            </a:r>
          </a:p>
        </p:txBody>
      </p:sp>
      <p:sp>
        <p:nvSpPr>
          <p:cNvPr id="114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6" name="Picture 115" descr="MdFamilyRestroom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17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Only stories the senior agreed to share, each with its audio.</a:t>
            </a:r>
          </a:p>
        </p:txBody>
      </p:sp>
      <p:sp>
        <p:nvSpPr>
          <p:cNvPr id="118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0" name="Picture 119" descr="MdForu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1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writes a question, and who they are: granddaughter Yuka.</a:t>
            </a:r>
          </a:p>
        </p:txBody>
      </p:sp>
      <p:sp>
        <p:nvSpPr>
          <p:cNvPr id="122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4" name="Picture 123" descr="MdVerifiedUser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25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7" name="Connector 126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6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7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up to two a session</a:t>
            </a:r>
          </a:p>
        </p:txBody>
      </p:sp>
      <p:sp>
        <p:nvSpPr>
          <p:cNvPr id="138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session</a:t>
            </a:r>
          </a:p>
        </p:txBody>
      </p:sp>
      <p:sp>
        <p:nvSpPr>
          <p:cNvPr id="139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Legend 1"/>
          <p:cNvSpPr txBox="1"/>
          <p:nvPr/>
        </p:nvSpPr>
        <p:spPr>
          <a:xfrm>
            <a:off x="6217920" y="8138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session</a:t>
            </a:r>
          </a:p>
        </p:txBody>
      </p:sp>
      <p:sp>
        <p:nvSpPr>
          <p:cNvPr id="141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語り部</a:t>
            </a:r>
          </a:p>
        </p:txBody>
      </p:sp>
      <p:sp>
        <p:nvSpPr>
          <p:cNvPr id="107" name="Greeting"/>
          <p:cNvSpPr txBox="1"/>
          <p:nvPr/>
        </p:nvSpPr>
        <p:spPr>
          <a:xfrm>
            <a:off x="521208" y="1792224"/>
            <a:ext cx="3602736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こんにちは、ハルさん</a:t>
            </a:r>
          </a:p>
        </p:txBody>
      </p:sp>
      <p:sp>
        <p:nvSpPr>
          <p:cNvPr id="108" name="Topic"/>
          <p:cNvSpPr/>
          <p:nvPr/>
        </p:nvSpPr>
        <p:spPr>
          <a:xfrm>
            <a:off x="996696" y="23317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今日のお話 · お父様の織物工場</a:t>
            </a:r>
          </a:p>
        </p:txBody>
      </p:sp>
      <p:sp>
        <p:nvSpPr>
          <p:cNvPr id="109" name="Level 0"/>
          <p:cNvSpPr/>
          <p:nvPr/>
        </p:nvSpPr>
        <p:spPr>
          <a:xfrm>
            <a:off x="1933956" y="2862072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1"/>
          <p:cNvSpPr/>
          <p:nvPr/>
        </p:nvSpPr>
        <p:spPr>
          <a:xfrm>
            <a:off x="2052828" y="2807208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2"/>
          <p:cNvSpPr/>
          <p:nvPr/>
        </p:nvSpPr>
        <p:spPr>
          <a:xfrm>
            <a:off x="2171700" y="2752344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3"/>
          <p:cNvSpPr/>
          <p:nvPr/>
        </p:nvSpPr>
        <p:spPr>
          <a:xfrm>
            <a:off x="2290572" y="2816352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4"/>
          <p:cNvSpPr/>
          <p:nvPr/>
        </p:nvSpPr>
        <p:spPr>
          <a:xfrm>
            <a:off x="2409444" y="2779776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5"/>
          <p:cNvSpPr/>
          <p:nvPr/>
        </p:nvSpPr>
        <p:spPr>
          <a:xfrm>
            <a:off x="2528316" y="2843784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Level 6"/>
          <p:cNvSpPr/>
          <p:nvPr/>
        </p:nvSpPr>
        <p:spPr>
          <a:xfrm>
            <a:off x="2647188" y="2871216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Stop button"/>
          <p:cNvSpPr/>
          <p:nvPr/>
        </p:nvSpPr>
        <p:spPr>
          <a:xfrm>
            <a:off x="1636776" y="319125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19019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37744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27980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Oval 119"/>
          <p:cNvSpPr/>
          <p:nvPr/>
        </p:nvSpPr>
        <p:spPr>
          <a:xfrm>
            <a:off x="4206240" y="32552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1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tablet: nothing to open, tap or type</a:t>
            </a:r>
          </a:p>
        </p:txBody>
      </p:sp>
      <p:sp>
        <p:nvSpPr>
          <p:cNvPr id="122" name="Oval 121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3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Greets the senior by name</a:t>
            </a:r>
          </a:p>
        </p:txBody>
      </p:sp>
      <p:sp>
        <p:nvSpPr>
          <p:cNvPr id="124" name="Oval 123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5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topic, from last time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7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Listens, and waits</a:t>
            </a:r>
          </a:p>
        </p:txBody>
      </p:sp>
      <p:sp>
        <p:nvSpPr>
          <p:cNvPr id="128" name="Oval 127"/>
          <p:cNvSpPr/>
          <p:nvPr/>
        </p:nvSpPr>
        <p:spPr>
          <a:xfrm>
            <a:off x="255117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9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big button to stop</a:t>
            </a:r>
          </a:p>
        </p:txBody>
      </p:sp>
      <p:sp>
        <p:nvSpPr>
          <p:cNvPr id="130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138928" y="160020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田中ハル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Born in 1947 · 長野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38928" y="2148840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Childhood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313432"/>
            <a:ext cx="1234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織物工場のこと</a:t>
            </a:r>
          </a:p>
        </p:txBody>
      </p:sp>
      <p:sp>
        <p:nvSpPr>
          <p:cNvPr id="135" name="Quote"/>
          <p:cNvSpPr/>
          <p:nvPr/>
        </p:nvSpPr>
        <p:spPr>
          <a:xfrm>
            <a:off x="5138928" y="2587752"/>
            <a:ext cx="1197864" cy="457200"/>
          </a:xfrm>
          <a:prstGeom prst="roundRect">
            <a:avLst>
              <a:gd name="adj" fmla="val 1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212080" y="2642616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「父は村で小さな織物の工場をやっておりました。」</a:t>
            </a:r>
          </a:p>
        </p:txBody>
      </p:sp>
      <p:sp>
        <p:nvSpPr>
          <p:cNvPr id="137" name="Play"/>
          <p:cNvSpPr/>
          <p:nvPr/>
        </p:nvSpPr>
        <p:spPr>
          <a:xfrm>
            <a:off x="608076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8" name="Picture 137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2734056"/>
            <a:ext cx="164592" cy="164592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5138928" y="32095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 田中ハル something</a:t>
            </a:r>
          </a:p>
        </p:txBody>
      </p:sp>
      <p:sp>
        <p:nvSpPr>
          <p:cNvPr id="140" name="Field 1"/>
          <p:cNvSpPr/>
          <p:nvPr/>
        </p:nvSpPr>
        <p:spPr>
          <a:xfrm>
            <a:off x="5138928" y="3429000"/>
            <a:ext cx="1197864" cy="237744"/>
          </a:xfrm>
          <a:prstGeom prst="roundRect">
            <a:avLst>
              <a:gd name="adj" fmla="val 15384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Field 2"/>
          <p:cNvSpPr/>
          <p:nvPr/>
        </p:nvSpPr>
        <p:spPr>
          <a:xfrm>
            <a:off x="5138928" y="3721608"/>
            <a:ext cx="1197864" cy="365760"/>
          </a:xfrm>
          <a:prstGeom prst="roundRect">
            <a:avLst>
              <a:gd name="adj" fmla="val 10000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Send"/>
          <p:cNvSpPr/>
          <p:nvPr/>
        </p:nvSpPr>
        <p:spPr>
          <a:xfrm>
            <a:off x="5138928" y="4160520"/>
            <a:ext cx="777240" cy="201168"/>
          </a:xfrm>
          <a:prstGeom prst="roundRect">
            <a:avLst>
              <a:gd name="adj" fmla="val 27272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Send question</a:t>
            </a:r>
          </a:p>
        </p:txBody>
      </p:sp>
      <p:sp>
        <p:nvSpPr>
          <p:cNvPr id="143" name="Oval 142"/>
          <p:cNvSpPr/>
          <p:nvPr/>
        </p:nvSpPr>
        <p:spPr>
          <a:xfrm>
            <a:off x="6592824" y="21305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20040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67728" y="1325880"/>
            <a:ext cx="1819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</p:txBody>
      </p:sp>
      <p:sp>
        <p:nvSpPr>
          <p:cNvPr id="147" name="Oval 146"/>
          <p:cNvSpPr/>
          <p:nvPr/>
        </p:nvSpPr>
        <p:spPr>
          <a:xfrm>
            <a:off x="6967728" y="175564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8" name="Family note 1"/>
          <p:cNvSpPr txBox="1"/>
          <p:nvPr/>
        </p:nvSpPr>
        <p:spPr>
          <a:xfrm>
            <a:off x="7242048" y="173736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senior's stories as chapters, by life stage</a:t>
            </a:r>
          </a:p>
        </p:txBody>
      </p:sp>
      <p:sp>
        <p:nvSpPr>
          <p:cNvPr id="149" name="Oval 148"/>
          <p:cNvSpPr/>
          <p:nvPr/>
        </p:nvSpPr>
        <p:spPr>
          <a:xfrm>
            <a:off x="6967728" y="2322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0" name="Family note 2"/>
          <p:cNvSpPr txBox="1"/>
          <p:nvPr/>
        </p:nvSpPr>
        <p:spPr>
          <a:xfrm>
            <a:off x="7242048" y="2304288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 own words, with a clip of the answer to play</a:t>
            </a:r>
          </a:p>
        </p:txBody>
      </p:sp>
      <p:sp>
        <p:nvSpPr>
          <p:cNvPr id="151" name="Oval 150"/>
          <p:cNvSpPr/>
          <p:nvPr/>
        </p:nvSpPr>
        <p:spPr>
          <a:xfrm>
            <a:off x="6967728" y="2889504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2" name="Family note 3"/>
          <p:cNvSpPr txBox="1"/>
          <p:nvPr/>
        </p:nvSpPr>
        <p:spPr>
          <a:xfrm>
            <a:off x="7242048" y="2871216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Ask a question; the senior hears who is asking</a:t>
            </a:r>
          </a:p>
        </p:txBody>
      </p:sp>
      <p:sp>
        <p:nvSpPr>
          <p:cNvPr id="153" name="Status note"/>
          <p:cNvSpPr txBox="1"/>
          <p:nvPr/>
        </p:nvSpPr>
        <p:spPr>
          <a:xfrm>
            <a:off x="6967728" y="3657600"/>
            <a:ext cx="1819656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is built. The tablet screen is the next step: today the prototype starts from a Talk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tablet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tablet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 at 16 kHz,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the talk in stereo: the senior left, the AI right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short-lived token, which cannot change the prompt</a:t>
            </a:r>
          </a:p>
        </p:txBody>
      </p:sp>
      <p:sp>
        <p:nvSpPr>
          <p:cNvPr id="116" name="Family's phon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's phon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Family's phone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page: shared stories, with audio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and the web app, in one container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locked into a short-lived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Processing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Processing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Processing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 → verify → screen → plan, after every session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clips cut from the senior's channel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Recordings, then clips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Extraction, screening, planning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4592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Oval 151"/>
          <p:cNvSpPr/>
          <p:nvPr/>
        </p:nvSpPr>
        <p:spPr>
          <a:xfrm>
            <a:off x="4206240" y="150876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3" name="Voice label"/>
          <p:cNvSpPr txBox="1"/>
          <p:nvPr/>
        </p:nvSpPr>
        <p:spPr>
          <a:xfrm>
            <a:off x="4553712" y="134416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Voice, both ways, with that token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5" name="Connector 154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Japanese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extraction, screening, planning, and judging the evals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ephemeral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Run: the API and the web app in one container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Firestore: people, sessions, stories, plans, questions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Storage: recordings, uploaded in parts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16 kHz capture, stereo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GitHub Actions: checks on every push, the live eval nightly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extracts the stories; plain code then checks every quote, and every yes to sharing, against the transcript.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¥6,400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Under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 processing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out, across four passes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160520"/>
            <a:ext cx="54498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the Flash token counts are estimates. Yen at ¥150 to the dollar.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onso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Interview console caption"/>
          <p:cNvSpPr txBox="1"/>
          <p:nvPr/>
        </p:nvSpPr>
        <p:spPr>
          <a:xfrm>
            <a:off x="356616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Interview console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is being interviewed, which voice, and how long to wait: 5 s, measured, against the model's 0.8 s default.</a:t>
            </a:r>
          </a:p>
        </p:txBody>
      </p:sp>
      <p:pic>
        <p:nvPicPr>
          <p:cNvPr id="138" name="Picture 137" descr="ses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fter the session caption"/>
          <p:cNvSpPr txBox="1"/>
          <p:nvPr/>
        </p:nvSpPr>
        <p:spPr>
          <a:xfrm>
            <a:off x="3261360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the session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story extracted from a live session: life stage, people, places, and the quote matched to the turn it came from.</a:t>
            </a:r>
          </a:p>
        </p:txBody>
      </p:sp>
      <p:pic>
        <p:nvPicPr>
          <p:cNvPr id="140" name="Picture 139" descr="fami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Family page caption"/>
          <p:cNvSpPr txBox="1"/>
          <p:nvPr/>
        </p:nvSpPr>
        <p:spPr>
          <a:xfrm>
            <a:off x="6166104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granddaughter's question, the story that answers it, and the senior's own words, one tap from the audio.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5852160" y="813816"/>
            <a:ext cx="2935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Persona 田中ハル (Tanaka Haru), synthesized voice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12 / 12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12 / 12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Consent: a clear yes shared the story; a no, a hesitation or never being asked kept it private</a:t>
            </a:r>
          </a:p>
        </p:txBody>
      </p:sp>
      <p:sp>
        <p:nvSpPr>
          <p:cNvPr id="146" name="Result 9 / 9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9 / 9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9 / 9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questions: answered, never raised, or let pass, each reported correctly</a:t>
            </a:r>
          </a:p>
        </p:txBody>
      </p:sp>
      <p:sp>
        <p:nvSpPr>
          <p:cNvPr id="148" name="Result 6 / 6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6 / 6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 / 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Openings that recall last time, then put the family's question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entries. Run every night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Default set to 5,000 ms. The model's own is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case. Japanese speech is streamed at the Live API in real time; replies are graded by rules and by a model judging them against the interviewer's own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 about a topic the senior refused, the war and the evacuation, were held back; the rest went through. 3 of 3.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 reviews with the demo take.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tablet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tablet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tablet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Sharing with whoever the senior chooses: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printed book of the stories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github.com/tpemeja/kataribe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2514600"/>
            <a:ext cx="1554480" cy="1554480"/>
          </a:xfrm>
          <a:prstGeom prst="rect">
            <a:avLst/>
          </a:prstGeom>
        </p:spPr>
      </p:pic>
      <p:sp>
        <p:nvSpPr>
          <p:cNvPr id="161" name="Repo note"/>
          <p:cNvSpPr txBox="1"/>
          <p:nvPr/>
        </p:nvSpPr>
        <p:spPr>
          <a:xfrm>
            <a:off x="2231136" y="2788920"/>
            <a:ext cx="4114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in the open over four weeks,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 senior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 senior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senior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Being listened to, a few minutes every day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Reminiscence (回想法) is established practice in Japanese elderly care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life story that lasts, in their own words</a:t>
            </a:r>
          </a:p>
        </p:txBody>
      </p:sp>
      <p:sp>
        <p:nvSpPr>
          <p:cNvPr id="171" name="For the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they never found the time to ask about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original voice behind every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reason to call, and to ask more</a:t>
            </a:r>
          </a:p>
        </p:txBody>
      </p:sp>
      <p:sp>
        <p:nvSpPr>
          <p:cNvPr id="175" name="For the community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 community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community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nearby. The interviewer plans its own questions, so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local archive is the original kataribe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¥530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